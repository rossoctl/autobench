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harnessed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Harnessed 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harnessed workload:  run and monitor benchmark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~1h55m); the three generated documents in results/ derive every number from the mirrored artifacts.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v1.24 on OpenShift (Service on ykt3, workloads on ykt2) — 138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2164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1769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1.00 everywhere except #4, where ONE task of five fails on the gpt-4.1 swap.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0.70 and 0.85. Across six samples of the same 10 tasks, four flip: at n=10 one task is worth 0.10, so this cannot resolve less than that.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~94%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138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previous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8.4M input / 674k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5,438 s of wall time — appworld alone is 71% of the input, on 25 of 138 tasks.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847,530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1,552,641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1,150,541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3,646,292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11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#10 differs, by one task of twenty (0.85 vs 0.80)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 is a dead heat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5,438 s on OpenShift vs 5,429 s on a single KinD node — 0.2% apart in total, though individual legs differ by up to 8x.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138 OCP tasks, 135 KinD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~+9.5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+0.50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+1.96 s on top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observe (all 5 judged)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2461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168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545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41.1x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2507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1167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2.1x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comparable across platforms (2.1x) because it is dominated by a shared external gateway. The fixed cost is 8x apart because this OCP matrix is cross-cluster — token exchange over external routes. Do NOT quote +9.5 s as “the cost of AuthBridge”; the single-node figures (~+1.2 s fixed, ~+1.1 s per judged call) are the better estimate.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1 of 6 IBAC legs authorized all of its tool calls: OCP judged 4/5, 3/5, 5/5 and KinD 3/5, 4/5, 3/5. A leg that judged fewer calls shows a lower median — a mixture, not a saving. Whether that is decision caching under concurrency or a fail-open gap is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