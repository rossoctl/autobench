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utoBenc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2026-09-29 20:59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genda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4.1 inside the workload: sidecar, user simulator, IBAC judge · 4.2 how interception is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6.1 the three benchmarks and the REST flow that drives them · 6.2 what each image bakes in · 6.3 one task end to end · 6.4 who decides what happens inside it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three compared · 7.4 the traps · 7.5 picking one · 7.6 what it costs · 7.7 the rate card · 7.8–7.9 six efficiency figures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each band established · 8.3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. Overview &amp; Key Design Decision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2. Auto-Benchmarking Design Motif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the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 (agent +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and monitor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3. Implementation Architecture: Kubernetes-Based Benchmark Workload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Implementation Architecture: Kubernetes-Based Benchmark Workloads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1 Architecture with Workload Specific Componen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4.1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(vpc) for internet OCP / internal (vpc-int) for intranet KinD and OCP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71600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371600" y="4407408"/>
            <a:ext cx="6949440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N real chat calls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4.2 How Interception Is Wired — and How It Silently Isn'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4.2  How Interception Is Wired — and How It Silently Isn't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sidecar sees traffic only because of two env vars; a plausible config takes it back out of the path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15568"/>
            <a:ext cx="11365992" cy="1371600"/>
          </a:xfrm>
          <a:prstGeom prst="roundRect">
            <a:avLst/>
          </a:prstGeom>
          <a:solidFill>
            <a:srgbClr val="F1E8F6"/>
          </a:solidFill>
          <a:ln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Interception is a blanket forward proxy plus an allowlist — not a tool-aware hook. Three settings decide what the sidecar actually sees: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HTTP_PROXY = HTTPS_PROXY = http://127.0.0.1:8081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the OPERATOR injects this into the agent pod when AuthBridge is enabled — 127.0.0.1:8081 IS the sidecar, so by default every outbound HTTP call the agent makes is captured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4528" y="1463040"/>
            <a:ext cx="352958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no_proxy = LLM gateway, OTEL collector, Keycloak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instance config — the hosts that stay DIRECT. This is the only reason flow 3, the agent's own chat calls, does not go through the sidecar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82127" y="1463040"/>
            <a:ext cx="3730752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judge_inference: false</a:t>
            </a:r>
          </a:p>
          <a:p>
            <a:pPr algn="ctr"/>
            <a:r>
              <a:rPr sz="800" b="0" i="0">
                <a:solidFill>
                  <a:srgbClr val="3A4654"/>
                </a:solidFill>
                <a:latin typeface="Calibri"/>
              </a:rPr>
              <a:t>IBAC's own default — even proxied inference is not judged. BOTH this and no_proxy would have to change for the agent's model calls to be authorized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96896"/>
            <a:ext cx="5532120" cy="1444752"/>
          </a:xfrm>
          <a:prstGeom prst="roundRect">
            <a:avLst/>
          </a:prstGeom>
          <a:solidFill>
            <a:srgbClr val="E9F3E8"/>
          </a:solidFill>
          <a:ln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5B8C5A"/>
                </a:solidFill>
                <a:latin typeface="Calibri"/>
              </a:rPr>
              <a:t>✓  Through the sidecar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MCP tool calls  (flows 5 → 6) — the interception point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tools/call → isAction=true → one IBAC judge call each  (flow 7)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inbound A2A message/stream → a2a-parser, isAction=false,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so the Service's send_prompt is logged but never judged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596896"/>
            <a:ext cx="5532120" cy="1444752"/>
          </a:xfrm>
          <a:prstGeom prst="roundRect">
            <a:avLst/>
          </a:prstGeom>
          <a:solidFill>
            <a:srgbClr val="EEEFF1"/>
          </a:solidFill>
          <a:ln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651760"/>
            <a:ext cx="52212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B6B6B"/>
                </a:solidFill>
                <a:latin typeface="Calibri"/>
              </a:rPr>
              <a:t>✗  Direct — the plugins never see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926080"/>
            <a:ext cx="5221224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agent → LLM gateway  (flow 3) — named in no_proxy, and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judge_inference: false would exempt it even if proxied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Service → MCP server  (flow 2) — a different pod; the Service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does not dial through the agent's proxy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•  MCP tool → gateway  (flow 4, tau2's user simulator) — different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151376"/>
            <a:ext cx="11365992" cy="1517904"/>
          </a:xfrm>
          <a:prstGeom prst="roundRect">
            <a:avLst/>
          </a:prstGeom>
          <a:solidFill>
            <a:srgbClr val="FBEEE4"/>
          </a:solidFill>
          <a:ln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110642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A ready sidecar proves nothing about enforcement — the double bypass we actually shipped: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1.  workload_llm.disable_proxy: true makes the SERVICE inject HTTP_PROXY="" first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2.  the operator adds a var only when ABSENT → it skips HTTP_PROXY, but still sets HTTPS_PROXY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4498848"/>
            <a:ext cx="2688336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3.  MCP_URL is http:// → tool calls take the empty HTTP_PROXY and go direct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4498848"/>
            <a:ext cx="26517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4.  no_proxy carried .svc.cluster.local → the same calls are excluded a second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21808"/>
            <a:ext cx="11045952" cy="29260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Result: sidecar ready = True, pipeline ConfigMap rendered, plugins loaded — and the judge called ZERO times, on both clusters.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779008"/>
            <a:ext cx="11365992" cy="76809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77800" rIns="177800"/>
          <a:lstStyle/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Verify by COUNTING judge chat completions across a run. IBAC emits no log line of its own, so a healthy sidecar log proves nothing — and initialize / tools/list are isAction=false and legitimately never reach the judge, so a zero count only means something if real tool calls occurred.   Working config: leave disable_proxy off, keep the NAMED hosts in no_proxy, drop the WILDCARDS (.svc, .svc.cluster.local).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5. The Two-Token Auth Model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1 Benchmark Catalog &amp; Run Lifecycl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6.1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2 What Each Benchmark Bakes In — and What It Needs From U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6.2  What Each Benchmark Bakes In — and What It Needs From Us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MCP image carries the benchmark itself; only the credentials and quirk overrides come from tool_env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59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514600"/>
                <a:gridCol w="3749039"/>
                <a:gridCol w="3794760"/>
              </a:tblGrid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MCP tool image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the image bakes 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tool_env must add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HuggingFace loader, pinned to main/test — those 1,319 rows fetched at pod startup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HF_TOKEN (from hf-secret), plus EXGENTIC_SET_BENCHMARK_RUNNER=direct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tau2-bench at tag v0.1.3 + its retail domain (114 tasks), and a user-simulator LLM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OPENAI_API_KEY (from openai-secret) + EXGENTIC_SET_BENCHMARK_ACTION_TIMEOUT=1000 — the simulator makes its own inference calls (flow 4)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exgentic-mcp-appworld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whole app-suite sandbox at upstream commit edc96012, under a CUSTOM tool-per-API adapter; test_normal split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nothing beyond BENCHMARK_NAME — upstream's .env.appworld is explicitly empty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566160"/>
            <a:ext cx="5532120" cy="10972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One agent image serves all three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exgentic-a2a-tool_calling:latest is the only key in every agents={...} map; per benchmark it only gains a -&lt;benchmark&gt; name suffix. So the benchmark lives in the MCP pod, and the subject under test is the same binary every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566160"/>
            <a:ext cx="5532120" cy="10972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The LLM base is never baked in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OPENAI_API_BASE is injected per deploy from the instance's workload_llm.api_base, and tau2's simulator model from the run's model — a deploy with no gateway configured is rejected with 422 rather than defaulting.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89204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Two traps in that last column:  appworld REJECTS the same action-timeout override tau2 needs and crashes at startup with "Unknown benchmark override 'action_timeout'" — the env is per-benchmark, not a shared default.  And hf-secret must EXIST for gsm8k even though the dataset is public: without it the MCP pod sits in CreateContainerConfigError and the agent crash-loops.  Missing secrets surface as a 424 on the run precheck, naming exactly what to provision.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3 One Task, End to En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6.3  One Task, End to End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same system in time — and every model call and tool call lives inside ONE A2A turn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7178040"/>
                <a:gridCol w="3108960"/>
              </a:tblGrid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span it appears as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create_session(task_id)  →  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MCP.CreateSession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send_prompt(task text; session_id in A2A request metadata)  →  agent   — ONE message, once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Agent.Call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 — tools/list  →  MCP pod   (per task, not per pod; ~27–38 ms)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connect_mcp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   (6.7 ms warm, up to 6.5 s on a cold pod)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create_agent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initial_observation — local, no I/O, ~50 µs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execute_tool initial_observation  (never counted)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LOOP:  chat(model)  →  execute_tool(…)  →  MCP pod  →  observation  →  chat  →  …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chat &lt;model&gt;  ·  execute_tool &lt;tool&gt;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returns its final message, when the model asks for no further tool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(the runner discards the text)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evaluate_session  →  MCP pod:  the verdict, read off the session's final state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Evaluator.Evaluate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6118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delete_session  →  MCP pod, in a finally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(no span)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3657600" cy="13258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2E6FB5"/>
                </a:solidFill>
                <a:latin typeface="Calibri"/>
              </a:rPr>
              <a:t>One A2A turn per task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Everything the agent does happens inside that single streaming request. Its POST / span brackets it, so Agent.Call − POST / is the Service's own cost: 16.9 ms of a 10.4 s gsm8k task, 13.2 ms of a 70.3 s tau2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4983480"/>
            <a:ext cx="3657600" cy="13258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The Service issues no tool call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Its MCP traffic is list_tasks / create_session / evaluate_session / delete_session. execute_tool is the AGENT's outbound call, named by the agent — the Service never learns a tool's name.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4983480"/>
            <a:ext cx="3657600" cy="13258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The session id joins the two halves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It travels in A2A request metadata, never in the prompt text — which is why the agent's tool calls mutate the session the Service will grade, and why prose alone fails a gsm8k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6.4 Who Decides What Happens Inside a Task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6.4  Who Decides What Happens Inside a Task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sequence of model calls and tool calls is defined nowhere — the model produces it, step by step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76072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does NOT define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MCP pod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task list; each task's initial state and instruction; the TOOL SURFACE — names, schemas, semantics, the observations tools return; the EVALUATOR (evaluate_session → verdict)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 ordering.  It answers calls; it never asks for one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agent runtime (in the agent image)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the LOOP — model → tool → observation → model — and when to stop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which tool, with which arguments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Service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one prompt per task (runner/prompt.py: the task text plus optional context, no tool instructions), the session lifecycle, the per-task timeout, the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anything about the trajectory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F2A37"/>
                          </a:solidFill>
                          <a:latin typeface="Calibri"/>
                        </a:rPr>
                        <a:t>the model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EVERY step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977639"/>
            <a:ext cx="5532120" cy="1417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2E6FB5"/>
                </a:solidFill>
                <a:latin typeface="Calibri"/>
              </a:rPr>
              <a:t>Selection is deterministic.  Execution is not.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Same task id, same model, same platform, two different legs: tau2 task 2 took 13 chat / 13 tool in one and 9 / 9 in the other; appworld 3d9a636_3 took 20 / 10 and 26 / 13. Of tasks appearing in more than one leg, 8 of 10 tau2 and 3 of 3 appworld differ — the 10 that agree are all gsm8k, where 1 chat / 1 tool leaves nothing to vary.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3977639"/>
            <a:ext cx="5532120" cy="14173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The stop signal comes from the MCP pod, not from us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No terminal tool name exists anywhere in the Service. The agent reads the tool declarations at connect_mcp, and gsm8k's whole first model call is 320 input tokens — system prompt, task text and every schema. It lands: submit 173/173 on gsm8k, finish 34/35 on appworld (the miss timed out), while tau2 has NO terminal tool — 60/60 end on message.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Why it matters downstream:  grading reads the session's FINAL STATE, never a reference trajectory — so a task can pass by two routes at different token cost.  Per-task cost and latency are distributions, which is why the reports carry CV columns; and an appworld gap between platforms is not automatically a platform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1 The Three Benchmarks — a Difficulty Ladd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Azure/gpt-5-mini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rows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 of 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of 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35 of 50 (15 timed out)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Rows with lost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Cost / task, at those 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29.2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14.6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592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8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1,319 (main/test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168 (test_normal split)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Read the MODEL row before any dollar figure: the three rungs do not run the same model, and each default is dearer than the one below it — so no cost here transfers to another model. The scale gap is the headline: a tau2 task costs ~267× the input tokens of a gsm8k task, an appworld task ~792× — and in MONEY 279× and 1,069×, because that model change compounds with the token growth (7.6, 7.8). A 50-task gsm8k run is a minute and 2 cents; a 20-task appworld run is 30-45 minutes, millions of tokens and dollars.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2 What Each Benchmark Stress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4160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Saturates near 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Cheap enough to run often: a 50-task leg is 25 K tokens — 0.4% of the whole 12-run matrix's bill, and less than a SINGLE appworld task (see 7.5).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41605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the same 10 tasks scored 0.90 on one cluster and 1.00 on the other, in the same matrix.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27% of a task's wall time sits INSIDE tool calls — that is the simulator generating, server-side, and its tokens appear in no report of 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416052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~29 LLM calls, ~15 tool calls, ~270k input, ~4.5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34 of 35 measured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 calls per tool call — tool shortlisting, which only bites with an API surface this large. The first carries 68% of the input tokens.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3 The Three Benchmarks Compared — Task, Purpose, Worth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The Three Benchmarks Compared — Task, Purpose, Worth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They differ in the SHAPE of a task, not just its size — which is what makes the ladder a ladder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6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063240"/>
                <a:gridCol w="3154680"/>
                <a:gridCol w="3108960"/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task IS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grade-school word problem,
answered in text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retail customer-service
conversation vs a simulated user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one multi-app scenario automated
through an API surface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Turn structure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 model call, ~1 tool call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~11 calls alternating with a
USER SIMULATOR in character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~29 calls, each re-sending the
whole conversation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Ends when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answer is emitted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dialogue resolves, or policy
is violated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goal state is reached — or the
600 s task timeout kills it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Scored by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exact numeric match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task completion + policy
compliance (tau2's own scorer)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appworld's state assertions,
all-or-nothing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 exists to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PLUMBING works:
deploy, auth, telemetry, S3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HOLDS STATE
across turns and uses tools
under a policy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that the agent survives LONG
HORIZONS: context growth,
timeouts, partial failure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 result is worth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go/no-go on infrastructure.
It saturates near 1.0, so it
cannot rank models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genuine model/config
comparison — it discriminates,
and 0.83 leaves headroom both ways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 stress signal, not a capability
score: at 0.00 it tells you what
BREAKS, not who is better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Watch out for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 proves nothing about
the agent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its user simulator is billed
but NOT in our telemetry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 of 50 tasks time out, and a
killed task leaves NO report row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623560"/>
            <a:ext cx="11338560" cy="77724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gsm8k is a SMOKE TEST WITH A SCORE — reading its 0.97 as a model measurement is the most common misreading of these numbers.  tau2 is the only rung that discriminates, and it fails informatively: a wrong answer, a policy violation and a dropped thread are different failures.  appworld earns its place precisely BECAUSE it fails — it is the only leg that has ever exposed a timeout, a context limit or a cache effect before a user did.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4 Reading the Numbers — Five Things That Mislea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7.4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changed meaning between agent versions — never compare across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Agents up to exgentic 0.3.5.dev131 issued a max_tokens=1 capability probe counted as a chat span, so THEIR llm=2 on gsm8k means ONE real call. From dev145 the probe is an unbilled GET /v1/models that emits no span — verified absent across all 1,895 chat spans of these two matrices. Current runs count real calls 1:1, with no offset to subtract.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Use the structural test: llm &lt;= 1 with tool &gt;= 2 is impossible, since each tool call needs a preceding model turn. A zero-check misses the cases that matter — while the probe existed it was the span that SURVIVED the loss, carrying 8/1 on claude-sonnet-5 and 1/0 on gemini. The structural pair holds across agent versions; it is what the generators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15 of the 22 legs that ran more than one task. On a one-call model gsm8k's prompt is near-constant while answer length swings (IN 0.06-0.09 vs OUT 0.52-0.86); gpt-4.1 needs tool round-trips and varies on the input side too (IN 0.39-0.44). Only long-horizon appworld is input-led, in all four of its legs. Read the CV, not the mechanism.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5 Picking a Benchmark — and What That Leg Cost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7.5  Picking a Benchmark — and What That Leg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actionable summary: what each benchmark is FOR, and the bill it hands you — in tokens and in dollars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9893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103120"/>
                <a:gridCol w="10058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p=4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$1.70 / 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$1.90–2.80 / 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get a fast signal that nothing regressed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— if it fails, fix infrastructure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&lt; $0.01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88720"/>
          <a:ext cx="507492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65960"/>
                <a:gridCol w="777240"/>
                <a:gridCol w="777240"/>
                <a:gridCol w="777240"/>
                <a:gridCol w="77724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 (v1.28)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tok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$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  gsm8k, 1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#2  gsm8k,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5.1 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#3  gsm8k, 50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 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$0.021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  tau2, 10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1.01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1.04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$1.73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#10  tau2,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1.74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1.78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$2.94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  appworld, 5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1.49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$2.79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0.93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$1.90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#12  appworld, 20 tasks p=4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5.71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2.20 M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$4.40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all 12 legs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$18.91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6.0 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$11.02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11480" y="3703320"/>
            <a:ext cx="5989320" cy="12344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Budget by benchmark, not by task count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The eight gsm8k legs together are 0.2% of the matrix's bill on OpenShift (0.4% on KinD). appworld's two legs are 76% of it (57%); tau2's two are 24% (42%). A 50-task gsm8k leg costs 2 cents — less than a twenty-fifth of a SINGLE appworld task.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3703320"/>
            <a:ext cx="5074920" cy="12344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B55A2E"/>
                </a:solidFill>
                <a:latin typeface="Calibri"/>
              </a:rPr>
              <a:t>Two legs of the same size are not the same bill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#12 cost 2.6× more on OpenShift than on KinD for the same 20 requested tasks: appworld turn counts are nondeterministic, and the slower cluster's tasks ran longer before the 600 s timeout. So the two $18.91 / $11.02 totals are NOT a platform comparison — OpenShift completed 18 appworld tasks against KinD's 10. Size appworld on YOUR cluster.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120640"/>
            <a:ext cx="11338560" cy="11887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And the totals UNDERSTATE it three ways:  a task killed by the per-task timeout burns tokens but leaves no report row, so appworld's 15 timed-out tasks are missing from the numbers above.  tau2's user simulator runs in the MCP pod, which is not instrumented — its inference is billed by the gateway and counted nowhere here.  And a leg that replays the gateway's completion cache re-reports stored usage for calls that were never made upstream.  7.7 puts a dollar figure on the fourth: the IBAC judge, which the agent's spans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6 The Cost Model — Tokens, Models, Mone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7.6  The Cost Model — Tokens, Models, Money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a task costs in tokens AND in dollars, and why the two rankings disagree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623560" cy="4160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/>
                <a:gridCol w="1143000"/>
                <a:gridCol w="1143000"/>
                <a:gridCol w="1143000"/>
              </a:tblGrid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per task, pooled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MODEL (the default)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its rate, in / out $ per 1M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0.25 / 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1.52 / 7.60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1.25 / 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11.38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29.20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90,902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269,953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2,061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25,140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92,963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295,093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178×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564×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at our gateway's rates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$0.00055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$0.154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$0.589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× a gsm8k task, in DOLLARS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279×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1,069×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of 100 tasks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$15.38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$58.88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tokens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share of COST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4.9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003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… of it inside model calls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96%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00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188720"/>
          <a:ext cx="54406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1554480"/>
                <a:gridCol w="15544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same 5 gsm8k tasks, p=4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gpt-4.1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pass rate  (OCP / KinD)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 / 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LLM calls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2.8 – 3.0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775 – 837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57 – 63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125 – 368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total tokens per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832 – 900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438 – 681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cost per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$0.0020 – 0.0022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$0.00033 – 0.00081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309360" y="3749039"/>
            <a:ext cx="5440680" cy="16002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Same five tasks: gpt-4.1 costs 4.1× gpt-5-mini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Mean of its 2 legs against gpt-5-mini's 7; leg-to-leg the ratio spans 2.5×–6.7×, because gpt-5-mini's output length swings with reasoning effort. The reasoning model answers in ONE call; gpt-4.1 needs ~3 tool round-trips. On our card the INPUT side decides it alone — 2.6× the tokens at 8× the price is a 21× input bill, and the output side cannot offset it (gpt-5-mini emits 3.6× more output at a quarter the rate, so the two output bills land within 10% of each other).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548640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1" i="0">
                <a:solidFill>
                  <a:srgbClr val="1F2A37"/>
                </a:solidFill>
                <a:latin typeface="Calibri"/>
              </a:rPr>
              <a:t>cost per task  =  (input tokens × P_in  +  output tokens × P_out) / 1 M     — which model is cheaper is a property of the PRICE LIST, not of the models: compute it for your own rates.  Money AMPLIFIES the difficulty ladder rather than tracking it (tau2 178× a gsm8k task in tokens but 279× in dollars; appworld 564× but 1,069×), because the harder benchmarks also run the dearer models — a budget scaled off the token ratios is short by 1.6–1.9×.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7 The Rate Card — and Which Way the Dollars Are Wrong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7.7  The Rate Card — and Which Way the Dollars Are Wrong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Read off the gateway's admin UI on 2026-09-17 and kept in reference/model_prices.json — posted rates, not an invoice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178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/>
                <a:gridCol w="1417320"/>
                <a:gridCol w="1234440"/>
                <a:gridCol w="1234440"/>
                <a:gridCol w="1051560"/>
                <a:gridCol w="246888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model (as report.ndjson records it)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 $/1M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out/in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Azure/gpt-5-mini-2025-08-07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 default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vertex_ai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1.25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aws/claude-sonnet-5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bedrock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1.52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7.60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5.0×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4.0×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leg #4, AND the IBAC judge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3154680"/>
            <a:ext cx="11338560" cy="82296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Output is priced 4–8× input at every provider</a:t>
            </a:r>
          </a:p>
          <a:p>
            <a:pPr algn="ctr"/>
            <a:r>
              <a:rPr sz="1100" b="0" i="0">
                <a:solidFill>
                  <a:srgbClr val="1F2A37"/>
                </a:solidFill>
                <a:latin typeface="Calibri"/>
              </a:rPr>
              <a:t>That one fact explains the counter-intuitive results: a reasoning model's verbosity is charged at the expensive end, so a model can win on token count and lose on the bill. Read the input-share-of-COST row, not the share of tokens, to find the driver.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160520"/>
            <a:ext cx="5623560" cy="214884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Too LOW:  the IBAC judge is not in our telemetry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judge makes ~1 completion per authorized tool call, on Azure/gpt-4.1 — the dearest model on the card — against a FIXED 1,577-char system prompt that does not shrink with the task. That is ≥ $0.00111 per call, which is 2.4× the entire gsm8k task it is authorizing ($0.00045), and 1.4×–4.4× the agent's whole bill across legs #6–#8. On the plugin legs IBAC is not overhead on the bill; it IS the bill.  tau2's user simulator is invisible the same way: same model as the agent, but inside the uninstrumented MCP pod.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4160520"/>
            <a:ext cx="54406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8E44AD"/>
                </a:solidFill>
                <a:latin typeface="Calibri"/>
              </a:rPr>
              <a:t>Too HIGH:  an unmodelled cache discount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The gateway REPORTS cached input (usage.prompt_tokens_details.cached_tokens, verified by probe) but publishes no cached-input rate, and report.ndjson stores one undifferentiated llm_input_tokens — so no past run can be re-priced. The exposure is capped by input's share of the bill: if cached input were FREE, tau2 would floor at $0.0157 a task instead of $0.154 and appworld at $0.251 instead of $0.589, while gsm8k barely moves. That ordering is structural — caching pays off on a long re-sent prefix, which is what makes input dominate.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8 Token- and Cost-Efficiency — Where the Money Actually Goes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7.8  Token- and Cost-Efficiency — Where the Money Actually Goes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Measured on the v1.28 pair (267 task rows) at the rate card in 7.7 — one take-away per figure</a:t>
            </a:r>
          </a:p>
        </p:txBody>
      </p:sp>
      <p:pic>
        <p:nvPicPr>
          <p:cNvPr id="3" name="Picture 2" descr="ladder-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202230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34818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Money climbs the ladder faster than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Money climbs the difficulty ladder faster than tokens do: tau2 is 178× a gsm8k task in tokens but 279× in dollars, appworld is 564× a gsm8k task in tokens but 1,069× in dollars — so a budget scaled off the token ratios is short by 1.6–1.9×.</a:t>
            </a:r>
          </a:p>
        </p:txBody>
      </p:sp>
      <p:pic>
        <p:nvPicPr>
          <p:cNvPr id="5" name="Picture 4" descr="cost-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18697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195659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Read the share of the BILL, not the share of tokens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Output is priced 4–8× input on every model we use, so the token split misstates the bill every time: gsm8k on gpt-5-mini is 63% input by tokens and only 17% by cost.</a:t>
            </a:r>
          </a:p>
        </p:txBody>
      </p:sp>
      <p:pic>
        <p:nvPicPr>
          <p:cNvPr id="7" name="Picture 6" descr="model-cho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175689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082770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Model choice is settled on the input side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gpt-4.1 costs 4.1× gpt-5-mini on the identical 5 gsm8k tasks, and the input side decides it alone: 21× the input bill, against an output bill the two models split within 10%.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7.9 Token- and Cost-Efficiency — What To Budget, and What To Divide By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7.9  Token- and Cost-Efficiency — What To Budget, and What To Divide By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three rules every time: budget by benchmark, divide by successes, count what is billed off-telemetry</a:t>
            </a:r>
          </a:p>
        </p:txBody>
      </p:sp>
      <p:pic>
        <p:nvPicPr>
          <p:cNvPr id="3" name="Picture 2" descr="leg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11880" cy="190826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11480" y="3234147"/>
            <a:ext cx="3611880" cy="214884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3D6E70"/>
                </a:solidFill>
                <a:latin typeface="Calibri"/>
              </a:rPr>
              <a:t>Two legs of twelve are most of the bill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Two of the twelve legs are 76% of a matrix's bill, while all 8 gsm8k legs together are 0.2% of it — so budget by benchmark, not by task count.</a:t>
            </a:r>
          </a:p>
        </p:txBody>
      </p:sp>
      <p:pic>
        <p:nvPicPr>
          <p:cNvPr id="5" name="Picture 4" descr="cost-per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611880" cy="20804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80" y="3406372"/>
            <a:ext cx="3611880" cy="2148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2E6FB5"/>
                </a:solidFill>
                <a:latin typeface="Calibri"/>
              </a:rPr>
              <a:t>Efficiency only means anything per SUCCESS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Dividing by the pass rate is what turns a token count into an efficiency figure: gsm8k $0.00055 per task becomes $0.00056 per PASS; tau2 $0.1538 per task becomes $0.1846 per PASS — and appworld has no finite cost per success at all, because it passed nothing.</a:t>
            </a:r>
          </a:p>
        </p:txBody>
      </p:sp>
      <p:pic>
        <p:nvPicPr>
          <p:cNvPr id="7" name="Picture 6" descr="judge-over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34440"/>
            <a:ext cx="3611880" cy="2099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3425323"/>
            <a:ext cx="3611880" cy="214884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8E44AD"/>
                </a:solidFill>
                <a:latin typeface="Calibri"/>
              </a:rPr>
              <a:t>On the plugin legs, the check outcosts the work</a:t>
            </a:r>
          </a:p>
          <a:p>
            <a:pPr algn="ctr"/>
            <a:r>
              <a:rPr sz="1000" b="0" i="0">
                <a:solidFill>
                  <a:srgbClr val="1F2A37"/>
                </a:solidFill>
                <a:latin typeface="Calibri"/>
              </a:rPr>
              <a:t>One IBAC judge completion costs at least $0.00111 — 2.4× the entire gsm8k task on gpt-5-mini it is authorizing — so across legs #6/#7/#8 the judge bills 1.4–4.4× what the agent does.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1 The Canonical 12-Run Matrix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workload. Every leg deploys fresh — originally because a warm agent lost telemetry (fixed in agent dev145), now because only a NEWLY CREATED pod re-pulls :latest. Driven by one command (reference/run-12.py): ~1h35m of leg wall time per platform, plus the deploys and ~33 min of gateway-cache gaps. The generated documents in docs/results/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2 The 12 Runs Compared — What Each Band Establish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The 12 Runs Compared — What Each Band Established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Each leg changes exactly ONE thing against the leg before it, so a difference has one candidate explanation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3855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0120"/>
                <a:gridCol w="3977639"/>
                <a:gridCol w="64008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legs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parameterize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having run them established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#1–#3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1 → 10 → 50 tasks, p=1 → 4
(volume, then concurrency)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pipeline is stable and DETERMINISTIC: 6 of 12 legs have byte-identical input-token
totals across two unlike clusters — the strongest like-for-like check available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 on Azure/gpt-4.1
(model swap, identical tasks)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only clean model comparison in the matrix: gpt-4.1 costs 4.1× gpt-5-mini for no
pass-rate gain at this difficulty, and the INPUT side decides it alone (7.7)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#5–#8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auth-only / ibac-only / full /
full + per-plugin override, same 5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plugin cost is PLATFORM-SPECIFIC: OpenShift pays in the sidecar (+13.68 s/task), KinD in
the judge (+1.54 s) — never quote a per-task overhead without naming the cluster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#9–#10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 10 → 20 tasks, p=1 → 4
(multi-turn, then under load)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works end to end, user simulator included — and tau2 is where pass rates
carry information (0.75–1.00 across sides)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#11–#12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 5 → 20 tasks, p=1 → 4
(long horizon, then under load)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limits are real and they are UPSTREAM: 15 timeouts, a 0.00 pass rate, and 76% of
the whole matrix's bill in two legs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343400"/>
            <a:ext cx="5623560" cy="2057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3D6E70"/>
                </a:solidFill>
                <a:latin typeface="Calibri"/>
              </a:rPr>
              <a:t>What the matrix as a whole is worth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Not the pass rates — that the SAME 12 request bodies produce comparable measurements on two unlike clusters. On the v1.28 pair: token capture complete (0 of 267 rows lost their usage span), every task reached the model (0 health-probe losses), 7 of 12 pass rates identical. The 5 that differ are mostly arithmetic on small runs — one task moves a 5-task leg by 0.20.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343400"/>
            <a:ext cx="5440680" cy="2057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B55A2E"/>
                </a:solidFill>
                <a:latin typeface="Calibri"/>
              </a:rPr>
              <a:t>So read the per-CAUSE table, then the rate</a:t>
            </a:r>
          </a:p>
          <a:p>
            <a:pPr algn="ctr"/>
            <a:r>
              <a:rPr sz="1050" b="0" i="0">
                <a:solidFill>
                  <a:srgbClr val="1F2A37"/>
                </a:solidFill>
                <a:latin typeface="Calibri"/>
              </a:rPr>
              <a:t>A task lost to a socket and a task lost to a wrong answer land in the same denominator and only one says anything about the agent — which is why every report buckets them (OCP/KinD: transport 1/0, per-task timeout 4/11, upstream agent defect 1/0, wrong answer 2/1). Two further limits: absolute LATENCY does not travel (4–93× apart between our clusters), and the DEPLOY, not the task, is the unit of replication — adding tasks tightens the wrong interval.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8.3 What the 12 Runs Measured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8.3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v1.28 on OpenShift (Service on ykt3, workloads on ykt2) — 141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280160"/>
                <a:gridCol w="822960"/>
                <a:gridCol w="777240"/>
                <a:gridCol w="960120"/>
                <a:gridCol w="11887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err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46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803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436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2/5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2433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3/20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1818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gsm8k does not quite saturate here: 5 of 8 legs at 1.00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#4's gpt-4.1 swap and #7 lose one task of five, #6 two — five of 86. Read the CAUSE, not the rate: one of #6's was a dropped socket, not the model. The runner retries those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112264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0.90 and 0.75 here, 1.00 and 0.80 on KinD. Episodes are nondeterministic: at n=10 one task is worth 0.10, so it cannot resolve less.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35808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 — 34 of 35 tasks self-declare finish. The per-task TIMEOUT dominates: 4 of 25 tasks left no report row, so err reads run.json.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59352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0 rows lost attribution, 0 tasks lost to the health probe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dev145 agent's per-task GET /v1/models probe (10 s cap, no retry) killed 12 of 141 KinD tasks; dev146 fixed it. An earlier matrix's 15 damaged rows passed a tokens == 0 check as clean — hence the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882896"/>
            <a:ext cx="5577840" cy="86868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9.3M input / 683k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5,719 s of leg wall time — appworld alone is 71% of the input, on 21 of 137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1 OpenShift vs KinD — Like-for-Like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3,874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988,110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1,019,232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1,703,460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1,743,312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1,387,383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840,030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5,211,584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2,009,348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of 12 pass rates identical, and all 5 deltas favour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So read the per-CAUSE table instead of the rate: wrong answers split 2 (OCP) to 1 (KinD), per-task timeouts 4 to 11 — all appworld — and one dropped socket, OCP #6.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2139696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6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x3.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3090672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#7 is in that set at 0.80 vs 1.00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Identical input tokens with different pass rates is not a contradiction: same prompts, different answers. Tokens prove the WORK matched; they say nothing about whether it was 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4041648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time: 5,719 s OCP vs 5,975 s KinD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Within 5% overall, but individual legs differ by up to 2.3× in either direction, and appworld — which dominates the total — inverts: #11 is faster on KinD, #12 is slower.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992624"/>
            <a:ext cx="4206240" cy="896112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and 0 probe failures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137 OCP rows against 130 KinD. The 7-row gap is appworld tasks that timed out before the Service wrote a row (4 OCP, 11 KinD) — not lost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9.2 What AuthBridge Costs — and Why It Has No Single Number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 — and Why It Has No Single Number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designed 13-leg experiment (n=50, crossover replicates, gateway cache spaced), v1.28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960120"/>
                <a:gridCol w="868680"/>
                <a:gridCol w="868680"/>
                <a:gridCol w="86868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non-LLM s / task (steady)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 step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baseline (AuthBridge off)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0.423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14.101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+13.68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ibac-only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14.148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1.688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+1.54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(auth + ibac)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14.446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+0.30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full + ibac:observe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14.598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1.826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+0.15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456432"/>
          <a:ext cx="5806440" cy="2331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40280"/>
                <a:gridCol w="1280160"/>
                <a:gridCol w="1188720"/>
                <a:gridCol w="1097280"/>
              </a:tblGrid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does the finding travel?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OpenShift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travels?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Which layer costs anything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the judge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Serial tool calls judged (p=1)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Judged / tool-call ratio, n=50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0.90–0.98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tau2 measured / projected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0.31×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2.49×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Between-deploy noise floor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0.22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0.155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CPU / memory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two clusters disagree about WHICH layer costs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 OpenShift the whole expense is the sidecar's mere presence and the judge is noise; on KinD the sidecar is nearly free and the judge is all of it. Both are right about their own cluster, and the same condition on the same image measures 4–93× apart. Never quote an absolute per-task plugin figure without naming the cluster.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23744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Not a timeout — we checked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timeout piles values on a round number. OpenShift's auth-only runs 8.05–17.93 s, SD 1.92, broad and unimodal: contention and queueing. On the quiet cluster the tail moves to full (median 1.82 s, max 14.00 s) because the judge is itself an LLM call — so the sidecar costs reproducibility, not only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858768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One flag decides whether the study measures anything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Every gsm8k leg sends the SAME 50 prompts and the gateway replays completions for ~10 min: unspaced, later legs measure the cache, in run order — the shape of a plugin effect. BM_CACHE_GAP=900 spaces them. The check needs no statistics: the conditions NEST, so no sidecar leg can beat a sidecar-free one. Clear by 41.8× (OCP), 1.4× (KinD).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5193792"/>
            <a:ext cx="5303520" cy="1298448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deploy is the unit of replication, not the task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A per-task interval measures variance WITHIN one deploy. The honest floor is between two deploys of one condition, and it exceeds every step but the dominant layer — so presets cannot be RANKED at any task count; add deploys, not tasks. Cut the other way: at σ ≈ 0.23 s two deploys already resolve a 1 s effect, so the small steps are genuinely small rather than unresolved.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10. What the Service Can &amp; Cannot Enact"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0" y="6437376"/>
            <a:ext cx="32004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