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on a Rossoctl cluster, alongside the workloads it benchmarks.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2026-10-05 23:17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19456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3969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44144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03580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98094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8269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87705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2219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2394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71830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66344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96519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555955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50468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80644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 · 6.3 one task end to end · 6.4 who decides what happens inside it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three compared · 7.4 the traps · 7.5 picking one · 7.6 what it costs · 7.7 the rate card · 7.8–7.9 six efficiency figures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each band established · 8.3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3" name="Oval 32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Installing &amp; uninstalling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scripts automate (one cluster), and the cross-cluster setup they leave to you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One Service, many clusters — the JWT iss picks the instance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runs on the Service's own cluster (the traces it emits and reads); S3 is an external cloud service — the shared cross-cluster sink for results.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the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 (agent +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and monitor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any LLM or LiteLLM service   ·   Internet cluster → an Internet service;   intranet cluster → either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loader, pinned to main/test — those 1,319 rows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tau2-bench at tag v0.1.3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at upstream commit edc96012, under a CUSTOM tool-per-API adapter; test_normal split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3 One Task, End to En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One Task, End to End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same system in time — and every model call and tool call lives inside ONE A2A 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7178040"/>
                <a:gridCol w="310896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span it appears as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create_session(task_id)  →  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MCP.CreateSession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send_prompt(task text; session_id in A2A request metadata)  →  agent   — ONE message, once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Agent.Call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 — tools/list  →  MCP pod   (per task, not per pod; ~40–50 ms)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   (~12–15 ms warm, up to 5.2 s on a cold pod)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initial_observation — local, no I/O, ~70 µs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execute_tool initial_observation  (never counted)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LOOP:  chat(model)  →  execute_tool(…)  →  MCP pod  →  observation  →  chat  →  …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chat &lt;model&gt;  ·  execute_tool &lt;tool&gt;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returns its final message, when the model asks for no further tool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(the runner discards the text)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evaluate_session  →  MCP pod:  the verdict, read off the session's final state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Evaluator.Evaluate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delete_session  →  MCP pod, in a finally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(no span)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3657600" cy="13258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2E6FB5"/>
                </a:solidFill>
                <a:latin typeface="Calibri"/>
              </a:rPr>
              <a:t>One A2A turn per task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Everything the agent does happens inside that single streaming request. Its POST / span brackets it, so Agent.Call − POST / is the Service's own cost: a median 16.3 ms of a 2.5 s gsm8k task, 15.9 ms of a 40 s tau2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4983480"/>
            <a:ext cx="3657600" cy="13258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The Service issues no tool call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Its MCP traffic is list_tasks / create_session / evaluate_session / delete_session. execute_tool is the AGENT's outbound call, named by the agent — the Service never learns a tool's name.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4983480"/>
            <a:ext cx="3657600" cy="13258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The session id joins the two halves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 travels in A2A request metadata, never in the prompt text — which is why the agent's tool calls mutate the session the Service will grade, and why prose alone fails a gsm8k task.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4 Who Decides What Happens Inside a Task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6.4  Who Decides What Happens Inside a Task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sequence of model calls and tool calls is defined nowhere — the model produces it, step by 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76072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defines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does NOT define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task list; each task's initial state and instruction; the TOOL SURFACE — names, schemas, semantics, the observations tools return; the EVALUATOR (evaluate_session → verdict)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 ordering.  It answers calls; it never asks for one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agent runtime (in the agent image)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LOOP — model → tool → observation → model — and when to stop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which tool, with which arguments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one prompt per task (runner/prompt.py: the task text plus optional context, no tool instructions), the session lifecycle, the per-task timeout, the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anything about the trajectory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EVERY step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977639"/>
            <a:ext cx="5532120" cy="14173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Selection is deterministic.  Execution is not.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Same task id, same model, same platform, two different legs: tau2 task 7 took 12 chat / 12 tool in one and 10 / 10 in the other; appworld 3d9a636_3 took 24 / 12 and 20 / 10. Of tasks appearing in more than one leg, 14 of 20 tau2 and 10 of 10 appworld differ, while all 20 gsm8k tasks agree — 1 chat / 1 tool leaves nothing to vary.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77639"/>
            <a:ext cx="5532120" cy="14173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The stop signal comes from the MCP pod, not from us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No terminal tool name exists anywhere in the Service. The agent reads the tool declarations at connect_mcp, and gsm8k's whole first model call is 320 input tokens — system prompt, task text and every schema. It lands: submit 172/172 on gsm8k, finish 41/49 on appworld (the rest stopped on the agent's own defect), while tau2 has NO terminal tool — 60/60 end on message.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Why it matters downstream:  grading reads the session's FINAL STATE, never a reference trajectory — so a task can pass by two routes at different token cost.  Per-task cost and latency are distributions, which is why the reports carry CV columns; and an appworld gap between platforms is not automatically a platform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49 of 50 (1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87,935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291,509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26,950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$0.149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$0.634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30.2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222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1,319 (main/test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168 (test_normal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~256× the input tokens of a gsm8k task, an appworld task ~850× — and in MONEY 282× and 1,195×, because that model change compounds with the token growth (7.6, 7.8). A 50-task gsm8k run is half a minute and 2 cents; a 20-task appworld run is ~25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~24 K tokens — 0.1% of the whole 12-run matrix's bill, and less than a SINGLE appworld task (see 7.5).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22%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~30 LLM calls, ~15 tool calls, ~290k input, ~3.7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41 of 49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67%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~30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0.90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 tasks can hit the 600 s
timeout, and a killed task
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0.98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The current agent sends no such probe — verified absent across all 2,338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16 of the 22 legs that ran more than one task. On a one-call model gsm8k's prompt is near-constant while answer length swings (IN 0.06-0.09 vs OUT 0.55-0.99); gpt-4.1 needs tool round-trips and varies on the input side too (IN 0.38-0.44).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seven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$3.10–3.40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(v1.35)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406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406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0.96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$1.59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$1.56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1.77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1.55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$3.10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$3.39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6.47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$12.63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5.87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10.8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$20.25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$19.87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both platforms. appworld's two legs are 78% of it on OpenShift (77% on KinD); tau2's two are 22% (23%). A 50-task gsm8k leg costs 2 cents — about a thirtieth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The same work, close to the same bill — not by law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two totals land within 2% ($20.25 / $19.87), #12 within 6%: the same request bodies through one gateway. But appworld turn counts are nondeterministic (21 tasks completed on OpenShift, 20 on KinD), and a cluster whose tasks run longer before the 600 s timeout bills more for the same work.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one timed-out task is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7.7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30.22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87,935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291,509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26,950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90,006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318,459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175×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621×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$0.149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$0.634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282×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1,195×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$14.94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$63.39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67%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48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782 – 835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201 – 214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844 – 898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514 – 527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$0.0021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$0.00048 – 0.00051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4.6×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8; leg-to-leg the ratio spans 3.3×–6.6×,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3.3× more output at a quarter the rate, so the two output bills land within 24%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(tau2 175× a gsm8k task in tokens but 282× in dollars; appworld 621× but 1,195×),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2.6× the entire gsm8k task it is authorizing ($0.00043), and 1.7×–3.4×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$0.149 and appworld at $0.270 instead of $0.634,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v1.35 pair (281 task rows) at the rate card in 7.7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175× a gsm8k task in tokens but 282× in dollars, appworld is 621× a gsm8k task in tokens but 1,195×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64% input by tokens and only 18%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744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100295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4.6× gpt-5-mini on the identical 5 gsm8k tasks, and the input side decides it alone: 21× the input bill, against an output bill the two models split within 24%.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78%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928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18745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$0.00053 per task becomes $0.00054 per PASS; tau2 $0.1494 per task becomes $0.1660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353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361192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2.6× the entire gsm8k task on gpt-5-mini it is authorizing — so across legs #6/#7/#8 the judge bills 1.7–3.4×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fresh, because only a NEWLY CREATED pod re-pulls :latest. Driven by one command (reference/run-12.py): about an hour of run time per platform, plus the deploys and ~40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7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4.6×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lands in the IBAC JUDGE on both clusters: +1.36 s/task on OpenShift, +1.48 s
on KinD — the sidecar and every other layer are below the noise floor (9.2)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(0.85–1.00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a 0.00 pass rate, the matrix's only timeout,
and ~77% of 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v1.35 pair: token capture complete (0 of 281 rows lost their usage span), every task reached the model (0 health-probe losses), nothing lost to infrastructure, 8 of 12 pass rates identical. The 4 that differ are each one task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per-task timeout 0/1, upstream agent defect 4/4, wrong answer 1/1). Two further limits: absolute LATENCY travels only approximately (up to 1.7×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3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8.3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v1.35 on OpenShift (single-cluster, ykt3)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3,908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511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936,612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282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1,695,959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1,420,531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1402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5,949,228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nearly saturates: 6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each lose one task of five — two of 86, both the model's own answers. Read the CAUSE, not the rate: nothing on this side was lost to the plumbing.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0.90 here, 1.00 and 0.85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most tasks self-declare finish (41 of 49, both platforms). All 4 errors here are the agent's own defect; none hit the 600 s timeout.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infrastructure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No task died to the health probe, the gateway, the judge or transport. v1.35 caps each agent LLM call at 120 s, so a stalled gateway call is cut and retried, not waited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10.0M input / 728k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3,583 s of run time — appworld alone is 73% of the input, on 25 of 141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3,908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4,177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936,612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916,576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1,695,959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1,726,957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1,420,531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1,564,276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5,949,228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5,349,900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8 of 12 pass rates identical; the 4 deltas split 2–2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Each is one task. The per-CAUSE table says why: wrong answers 1 to 1, agent defects 4 to 4, one appworld timeout on KinD — and nothing lost to infrastructure on either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×4.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#6 and #7 are in that set with different pass rates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3,583 s OCP vs 3,791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6% overall. The short gsm8k legs differ by up to 2× either way (seconds, mostly startup); the long tau2 and appworld legs stay within 15%.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141 OCP rows against 140 KinD. The one-row gap is a KinD appworld task that timed out before the Service wrote a row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lmost All of It Is the Judg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Almost All of It Is the Judge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v1.35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0.168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1.569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+1.36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−0.01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−0.00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0.94–1.00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0.96–1.02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1.66×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2.01×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Both clusters put the cost in the JUDGE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+1.36 s/task on OpenShift, +1.48 s on KinD; the sidecar's presence costs 0.03–0.05 s and every other layer is noise. With the judge engaged the same condition lands within 3% on the two clusters (1.57 / 1.61 s). Still name the cluster: on KinD ~0.26 s of each judged call is the node's DNS being retried.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Judged tasks run 0.21–9.63 s (OpenShift) and 0.12–7.75 s (KinD) around a ~1.6 s median, no 0.1 s bin above 12%: variable latency. The tail is the judge, itself an LLM call — so engaging it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1.3× on both clusters.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judge's — so presets cannot be RANKED at any task count; add deploys, not tasks. Cut the other way: at σ ≈ 0.02 s (OpenShift) and 0.13 s (KinD)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Cluster-agnostic: the same chart on KinD and OpenShift — the iss-keyed instance picks where workloads 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1. Installing &amp; Uninstalli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11.  Installing &amp; Uninstalling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the scripts automate — one cluster — and the cross-cluster setup they leave to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reference/autobench-install.sh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One env file, one command, on KinD or OpenShift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Preflight first — 0 failures, or it stops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MLflow read path, instance file, Secret, Helm, restart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Verify: /healthz, the S3 block, preflight + MLflow round trip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--ibac-judge adds the judge for the plugin legs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reference/autobench-uninstall.sh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Workloads first, through the Service; then helm uninstall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Verify every owned object is gone; judge fields restored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Removes only what the installer recorded creating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Scope: one cluster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 and its workloads on the same cluster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instance file for that cluster's own iss; endpoint templates null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Cross-cluster service–workload: supported, not scripted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Instance file keyed to the workload cluster's iss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Rossoctl URL, endpoint templates, workload_otel, Service-side MLflow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Collector on the workload cluster → the Service's MLflow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IBAC judge on the workload cluster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Caller token from the workload cluster's Keycloak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Service needs no change for a cross-cluster setup — only provisioning, which the scripts do not yet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