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2026-09-20 20:14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 · 7.4 picking one · 7.5 what it costs · 7.6 the rate card · 7.7–7.8 six efficiency figures · 7.9–7.10 the benchmarks and the 12 runs compared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dataset loader — 8.5K problems,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tau2-bench library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(7.5, 7.7).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7.6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7.6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0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7.10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