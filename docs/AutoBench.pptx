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AutoBench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9AB4D0"/>
                </a:solidFill>
                <a:latin typeface="Calibri"/>
              </a:rPr>
              <a:t>Last modified 2026-09-09 14:47 EDT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Shared store of benchmark run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83080" y="4343400"/>
            <a:ext cx="132588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Experiment Tracker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Deployment helper for harnessed benchmark workload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Harnessed 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Telemetry Collector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02996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108960" y="4636008"/>
            <a:ext cx="2514600" cy="13716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215384" y="4549140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78892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67004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6012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008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harnessed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harnessed workload:  run and monitor benchmark execution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Experiment Tracker:  emit the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Telemetry Collector  ·  6b collector → Tracker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Experiment Tracker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shared store:  export the run's artifacts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AutoBench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gateway (per instance)   ·   ete-litellm   ·   external for OCP / internal vpc-int for KinD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AutoBench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41480" y="6455664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 i="0">
                <a:solidFill>
                  <a:srgbClr val="6B6B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