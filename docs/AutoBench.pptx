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2026-09-20 22:17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one task end to end · 6.4 who decides what happens inside it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three compared · 7.4 the traps · 7.5 picking one · 7.6 what it costs · 7.7 the rate card · 7.8–7.9 six efficiency figures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each band established · 8.3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dataset loader — 8.5K problems,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tau2-bench library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(exgentic install --benchmark appworld)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One Task, End to En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One Task, End to End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same system in time — and every model call and tool call lives inside ONE A2A 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7178040"/>
                <a:gridCol w="310896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span it appears as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create_session(task_id)  →  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MCP.CreateSession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send_prompt(task text; session_id in A2A request metadata)  →  agent   — ONE message, once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Agent.Call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 — tools/list  →  MCP pod   (per task, not per pod; ~27–38 ms)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   (6.7 ms warm, up to 6.5 s on a cold pod)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initial_observation — local, no I/O, ~50 µs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execute_tool initial_observation  (never counted)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LOOP:  chat(model)  →  execute_tool(…)  →  MCP pod  →  observation  →  chat  →  …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chat &lt;model&gt;  ·  execute_tool &lt;tool&gt;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returns its final message, when the model asks for no further tool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(the runner discards the text)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evaluate_session  →  MCP pod:  the verdict, read off the session's final state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Evaluator.Evaluate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delete_session  →  MCP pod, in a finally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(no span)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3657600" cy="13258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2E6FB5"/>
                </a:solidFill>
                <a:latin typeface="Calibri"/>
              </a:rPr>
              <a:t>One A2A turn per task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Everything the agent does happens inside that single streaming request. Its POST / span brackets it, so Agent.Call − POST / is the Service's own cost: 16.9 ms of a 10.4 s gsm8k task, 13.2 ms of a 70.3 s tau2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4983480"/>
            <a:ext cx="3657600" cy="13258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The Service issues no tool call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Its MCP traffic is list_tasks / create_session / evaluate_session / delete_session. execute_tool is the AGENT's outbound call, named by the agent — the Service never learns a tool's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4983480"/>
            <a:ext cx="3657600" cy="13258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The session id joins the two halves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 travels in A2A request metadata, never in the prompt text — which is why the agent's tool calls mutate the session the Service will grade, and why prose alone fails a gsm8k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4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6.4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2 took 13 chat / 13 tool in one and 9 / 9 in the other; appworld 3d9a636_3 took 20 / 10 and 26 / 13. Of tasks appearing in more than one leg, 8 of 10 tau2 and 3 of 3 appworld differ — the 10 that agree are all gsm8k, where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173/173 on gsm8k, finish 34/35 on appworld (the miss timed out),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35 of 50 (15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~267× the input tokens of a gsm8k task, an appworld task ~792× — and in MONEY 279× and 1,069×, because that model change compounds with the token growth (7.6, 7.8). A 50-task gsm8k run is a minute and 2 cents; a 20-task appworld run is 30-45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25 K tokens — 0.4% of the whole 12-run matrix's bill, and less than a SINGLE appworld task (see 7.5).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27%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~29 LLM calls, ~15 tool calls, ~270k input, ~4.5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34 of 35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68%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~29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0.83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 of 50 tasks time out, and a
killed task 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0.97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From dev145 the probe is an unbilled GET /v1/models that emits no span — verified absent across all 1,895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15 of the 22 legs that ran more than one task. On a one-call model gsm8k's prompt is near-constant while answer length swings (IN 0.06-0.09 vs OUT 0.52-0.86); gpt-4.1 needs tool round-trips and varies on the input side too (IN 0.39-0.44).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$1.90–2.80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(v1.28)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1.78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1.49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$2.79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5.71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2.20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$4.40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$18.91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OpenShift (0.4% on KinD). appworld's two legs are 76% of it (57%); tau2's two are 24% (42%). A 50-task gsm8k leg costs 2 cents — less than a twenty-fifth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Two legs of the same size are not the same bill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#12 cost 2.6× more on OpenShift than on KinD for the same 20 requested tasks: appworld turn counts are nondeterministic, and the slower cluster's tasks ran longer before the 600 s timeout. So the two $18.91 / $11.02 totals are NOT a platform comparison — OpenShift completed 18 appworld tasks against KinD's 10.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15 timed-out tasks are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7.7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11.38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29.20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92,963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295,093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178×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564×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279×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1,069×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$15.38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$58.88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775 – 837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 – 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125 – 368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832 – 900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438 – 681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$0.0020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$0.00033 – 0.00081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4.1×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7; leg-to-leg the ratio spans 2.5×–6.7×,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3.6× more output at a quarter the rate, so the two output bills land within 10%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(tau2 178× a gsm8k task in tokens but 279× in dollars; appworld 564× but 1,069×),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2.4× the entire gsm8k task it is authorizing ($0.00045), and 1.4×–4.4×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$0.154 and appworld at $0.251 instead of $0.589,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v1.28 pair (267 task rows) at the rate card in 7.7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178× a gsm8k task in tokens but 279× in dollars, appworld is 564× a gsm8k task in tokens but 1,069×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63% input by tokens and only 17%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568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082770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4.1× gpt-5-mini on the identical 5 gsm8k tasks, and the input side decides it alone: 21× the input bill, against an output bill the two models split within 10%.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76%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804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06372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$0.00055 per task becomes $0.00056 per PASS; tau2 $0.1538 per task becomes $0.1846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99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425323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2.4× the entire gsm8k task on gpt-5-mini it is authorizing — so across legs #6/#7/#8 the judge bills 1.4–4.4×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 — originally because a warm agent lost telemetry (fixed in agent dev145), now because only a NEWLY CREATED pod re-pulls :latest. Driven by one command (reference/run-12.py): ~1h35m of leg wall time per platform, plus the deploys and ~33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6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4.1×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is PLATFORM-SPECIFIC: OpenShift pays in the sidecar (+13.68 s/task), KinD in
the judge (+1.54 s) — never quote a per-task overhead without naming the cluster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(0.75–1.00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15 timeouts, a 0.00 pass rate, and 76% of
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v1.28 pair: token capture complete (0 of 267 rows lost their usage span), every task reached the model (0 health-probe losses), 7 of 12 pass rates identical. The 5 that differ are mostly arithmetic on small runs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transport 1/0, per-task timeout 4/11, upstream agent defect 1/0, wrong answer 2/1). Two further limits: absolute LATENCY does not travel (4–93×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3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8.3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v1.28 on OpenShift (Service on ykt3, workloads on ykt2)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2433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1818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does not quite saturate here: 5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lose one task of five, #6 two — five of 86. Read the CAUSE, not the rate: one of #6's was a dropped socket, not the model. The runner retries those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0.75 here, 1.00 and 0.80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34 of 35 tasks self-declare finish. The per-task TIMEOUT dominates: 4 of 25 tasks left no report row, so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the health probe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dev145 agent's per-task GET /v1/models probe (10 s cap, no retry) killed 12 of 141 KinD tasks; dev146 fixed it. An earlier matrix's 15 damaged rows passed a tokens == 0 check as clean — hence the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9.3M input / 683k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5,719 s of leg wall time — appworld alone is 71% of the input, on 21 of 137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1,019,232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1,743,312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840,030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2,009,348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of 12 pass rates identical, and all 5 deltas favour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So read the per-CAUSE table instead of the rate: wrong answers split 2 (OCP) to 1 (KinD), per-task timeouts 4 to 11 — all appworld — and one dropped socket, OCP #6.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6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x3.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#7 is in that set at 0.80 vs 1.00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5,719 s OCP vs 5,975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5% overall, but individual legs differ by up to 2.3× in either direction, and appworld — which dominates the total — inverts: #11 is faster on KinD, #12 is slower.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137 OCP rows against 130 KinD. The 7-row gap is appworld tasks that timed out before the Service wrote a row (4 OCP, 11 KinD)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nd Why It Has No Single Numb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and Why It Has No Single Number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v1.28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+13.68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14.446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14.598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0.31×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2.49×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two clusters disagree about WHICH layer costs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 OpenShift the whole expense is the sidecar's mere presence and the judge is noise; on KinD the sidecar is nearly free and the judge is all of it. Both are right about their own cluster, and the same condition on the same image measures 4–93× apart. Never quote an absolute per-task plugin figure without naming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OpenShift's auth-only runs 8.05–17.93 s, SD 1.92, broad and unimodal: contention and queueing. On the quiet cluster the tail moves to full (median 1.82 s, max 14.00 s) because the judge is itself an LLM call — so the sidecar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41.8× (OCP), 1.4× (KinD).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dominant layer — so presets cannot be RANKED at any task count; add deploys, not tasks. Cut the other way: at σ ≈ 0.23 s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