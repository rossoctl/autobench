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AutoBench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2192000" cy="9144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AutoBench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0" i="0">
                <a:solidFill>
                  <a:srgbClr val="C9D9EC"/>
                </a:solidFill>
                <a:latin typeface="Calibri"/>
              </a:rPr>
              <a:t>Architecture &amp; Design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D8E3F0"/>
                </a:solidFill>
                <a:latin typeface="Calibri"/>
              </a:rPr>
              <a:t>A pure-Python, HTTP-only service that deploys and evaluates agent benchmarks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D8E3F0"/>
                </a:solidFill>
                <a:latin typeface="Calibri"/>
              </a:rPr>
              <a:t>across multiple cluster-specific Rossoctl instances.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15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9AB4D0"/>
                </a:solidFill>
                <a:latin typeface="Calibri"/>
              </a:rPr>
              <a:t>Last modified 2026-09-11 22:06 EDT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Agenda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Agenda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What this deck covers, in order</a:t>
            </a:r>
          </a:p>
        </p:txBody>
      </p:sp>
      <p:sp>
        <p:nvSpPr>
          <p:cNvPr id="3" name="Oval 2"/>
          <p:cNvSpPr/>
          <p:nvPr/>
        </p:nvSpPr>
        <p:spPr>
          <a:xfrm>
            <a:off x="685800" y="1353312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298448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Overview &amp; key design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00200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what the Service is, and the seven choices that shape it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2304288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249424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Auto-benchmarking design motif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551176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the shape of the system, before the wiring detail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255264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200400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502152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client, Service, and the per-cluster instance selected by JWT iss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4206240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4151376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Architecture with workload specific components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453128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inside the workload: sidecar, user simulator, IBAC judge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5157216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102352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two-token auth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5404104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why the caller's token is never forwarded upstream</a:t>
            </a:r>
          </a:p>
        </p:txBody>
      </p:sp>
      <p:sp>
        <p:nvSpPr>
          <p:cNvPr id="18" name="Oval 17"/>
          <p:cNvSpPr/>
          <p:nvPr/>
        </p:nvSpPr>
        <p:spPr>
          <a:xfrm>
            <a:off x="6492240" y="1353312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1298448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Benchmark catalog &amp; run lifecycle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160020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the three benchmarks and the REST flow that drives them</a:t>
            </a:r>
          </a:p>
        </p:txBody>
      </p:sp>
      <p:sp>
        <p:nvSpPr>
          <p:cNvPr id="21" name="Oval 20"/>
          <p:cNvSpPr/>
          <p:nvPr/>
        </p:nvSpPr>
        <p:spPr>
          <a:xfrm>
            <a:off x="6492240" y="2304288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2249424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three benchmarks — what they measure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2551176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7.1 the difficulty ladder · 7.2 what each stresses · 7.3 the traps</a:t>
            </a:r>
          </a:p>
        </p:txBody>
      </p:sp>
      <p:sp>
        <p:nvSpPr>
          <p:cNvPr id="24" name="Oval 23"/>
          <p:cNvSpPr/>
          <p:nvPr/>
        </p:nvSpPr>
        <p:spPr>
          <a:xfrm>
            <a:off x="6492240" y="3255264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3200400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canonical 12-run matrix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3502152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8.1 what the 12 runs parameterize · 8.2 what they measured</a:t>
            </a:r>
          </a:p>
        </p:txBody>
      </p:sp>
      <p:sp>
        <p:nvSpPr>
          <p:cNvPr id="27" name="Oval 26"/>
          <p:cNvSpPr/>
          <p:nvPr/>
        </p:nvSpPr>
        <p:spPr>
          <a:xfrm>
            <a:off x="6492240" y="4206240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4151376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Cross-platform &amp; plugin overhead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453128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9.1 OpenShift vs KinD, like-for-like · 9.2 what AuthBridge costs</a:t>
            </a:r>
          </a:p>
        </p:txBody>
      </p:sp>
      <p:sp>
        <p:nvSpPr>
          <p:cNvPr id="30" name="Oval 29"/>
          <p:cNvSpPr/>
          <p:nvPr/>
        </p:nvSpPr>
        <p:spPr>
          <a:xfrm>
            <a:off x="6492240" y="5157216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5102352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What the Service can &amp; cannot enact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86600" y="5404104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the HTTP-only boundary, made explicit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80760" y="1280160"/>
            <a:ext cx="0" cy="425196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1. Overview &amp; Key Design Decision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1.  Overview &amp; Key Design 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43000"/>
            <a:ext cx="539496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What it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349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Deploys a benchmark's MCP tool + A2A agent, runs the evaluation, reads results, and exports them — all over HTTP.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Objectives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Automate benchmarking lifecycle operations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Cross-user/cluster sharing of benchmark run results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Easy to configure in-cluster &amp; cross-cluster benchmark runs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Asynchronous parallel benchmark runs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Secure, scalable, auditable &amp; resilient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3 benchmarks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gsm8k — single-turn: one prompt in, one answer out, no dialogue partner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tau2 — multi-turn: a server-side user simulator LLM plays the customer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appworld — long-horizon: many API calls across simulated apps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Client contract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Point at a hostname, send Authorization: Bearer &lt;caller JWT&gt; — same from kind to prod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143000"/>
            <a:ext cx="571500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Key design decisions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78308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Pure-Python, HTTPS-only to Rossoctl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No shell-out: smaller image, no injection surface, structured errors, testable.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42316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Two-token auth model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Caller JWT attributes + routes only (never forwarded); Service mints its own benchmarker (ROPC) token to Rossoctl.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306324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iss is the trust anchor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The JWT issuer selects the per-instance config — no separate instance argument, so no confused-deputy escape.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70332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Per-request ROPC login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Fresh Service token every request — no expiry handling.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434340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iss-keyed per-instance config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One file per issuer: Rossoctl URL, benchmarker cred, MLflow/S3, optional Keycloak backchannel + workload route templates.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498348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Enact only what the API allows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Deploy/run/report/export — now including AuthBridge plugin presets (layer-3). Only workload Secrets remain out-of-band: prechecked and reported (424), never silently ignored.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562356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MLflow with Service; S3 in the cloud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MLflow is co-located with the Service (per-service traces it emits + reads), not in the workload cluster; S3 is an external cloud service — the shared cross-service sink.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2. Auto-Benchmarking Design Motif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2.  Auto-Benchmarking Design Motif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One client, one Service, N workload deployments — and every result ends up in one place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2560320" cy="777240"/>
          </a:xfrm>
          <a:prstGeom prst="round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Client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2240280"/>
            <a:ext cx="2560320" cy="1691640"/>
          </a:xfrm>
          <a:prstGeom prst="round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Service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343400"/>
            <a:ext cx="132588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Shared store of benchmark run results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83080" y="4343400"/>
            <a:ext cx="132588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Experiment Tracker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9624" y="1243584"/>
            <a:ext cx="8001000" cy="3977639"/>
          </a:xfrm>
          <a:prstGeom prst="round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76472" y="1170432"/>
            <a:ext cx="8001000" cy="3977639"/>
          </a:xfrm>
          <a:prstGeom prst="roundRect">
            <a:avLst/>
          </a:prstGeom>
          <a:solidFill>
            <a:srgbClr val="E3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03320" y="1097280"/>
            <a:ext cx="8001000" cy="3977639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86200" y="1188720"/>
            <a:ext cx="7680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B3A5C"/>
                </a:solidFill>
                <a:latin typeface="Calibri"/>
              </a:rPr>
              <a:t>Workload Deployment Instances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2377440"/>
            <a:ext cx="2331720" cy="123444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Deployment helper for harnessed benchmark workload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60" y="2103120"/>
            <a:ext cx="3154680" cy="146304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Harnessed benchmark workload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23560" y="4315968"/>
            <a:ext cx="2468880" cy="64008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Telemetry Collector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645920" y="1965960"/>
            <a:ext cx="0" cy="2743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755647" y="198424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926080" y="2880360"/>
            <a:ext cx="1051559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3337560" y="258775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309360" y="2743200"/>
            <a:ext cx="2057400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7214616" y="245059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2926080" y="3383280"/>
            <a:ext cx="5440680" cy="365759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6922008" y="3346704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14884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202996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8092440" y="3566160"/>
            <a:ext cx="640080" cy="749808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8302752" y="380390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6a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3108960" y="4636008"/>
            <a:ext cx="2514600" cy="13716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4215384" y="4549140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6b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278892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267004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60120" y="3931920"/>
            <a:ext cx="0" cy="41148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640080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5760" y="5349240"/>
            <a:ext cx="11430000" cy="1051560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5440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1  Client → Service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2  Service → deployment helper:  create the harnessed workload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3  helper → harnessed workload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4  Service → harnessed workload:  run and monitor benchmark execution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5440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5  Service → Experiment Tracker:  emit the trace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6a workload → Telemetry Collector  ·  6b collector → Tracker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7  Experiment Tracker → Service:  read the records back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8  Service → shared store:  export the run's artifacts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3. Implementation Architecture: Kubernetes-Based Benchmark Workload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3.  Implementation Architecture: Kubernetes-Based Benchmark Workloads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Relations between client, service, cluster-specific Keycloak / Rossoctl / workload, MLflow &amp; S3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2560320" cy="777240"/>
          </a:xfrm>
          <a:prstGeom prst="round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Client</a:t>
            </a:r>
          </a:p>
          <a:p>
            <a:pPr algn="ctr"/>
            <a:r>
              <a:rPr sz="1050" b="0" i="0">
                <a:solidFill>
                  <a:srgbClr val="E6F0E6"/>
                </a:solidFill>
                <a:latin typeface="Calibri"/>
              </a:rPr>
              <a:t>off-cluster (host / CI)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2240280"/>
            <a:ext cx="2560320" cy="1691640"/>
          </a:xfrm>
          <a:prstGeom prst="roundRect">
            <a:avLst/>
          </a:prstGeom>
          <a:solidFill>
            <a:srgbClr val="2E6FB5"/>
          </a:solidFill>
          <a:ln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tIns="889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Service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pure-Python · async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iss-keyed InstanceRegistry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per-request ROPC login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deploy / run / report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S3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cloud (external)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9164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MLflow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same cluster as Service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9624" y="1243584"/>
            <a:ext cx="8001000" cy="3977639"/>
          </a:xfrm>
          <a:prstGeom prst="round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76472" y="1170432"/>
            <a:ext cx="8001000" cy="3977639"/>
          </a:xfrm>
          <a:prstGeom prst="roundRect">
            <a:avLst/>
          </a:prstGeom>
          <a:solidFill>
            <a:srgbClr val="E3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03320" y="1097280"/>
            <a:ext cx="8001000" cy="3977639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1170432"/>
            <a:ext cx="7680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B3A5C"/>
                </a:solidFill>
                <a:latin typeface="Calibri"/>
              </a:rPr>
              <a:t>Per-cluster instance — selected by JWT  iss   (ykt3 · kind · …)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1783080"/>
            <a:ext cx="2331720" cy="914400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Keycloak</a:t>
            </a:r>
          </a:p>
          <a:p>
            <a:pPr algn="ctr"/>
            <a:r>
              <a:rPr sz="1000" b="0" i="0">
                <a:solidFill>
                  <a:srgbClr val="FBEEE4"/>
                </a:solidFill>
                <a:latin typeface="Calibri"/>
              </a:rPr>
              <a:t>issuer + backchannel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7639" y="2926080"/>
            <a:ext cx="2331720" cy="100584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Rossoctl</a:t>
            </a:r>
          </a:p>
          <a:p>
            <a:pPr algn="ctr"/>
            <a:r>
              <a:rPr sz="1000" b="0" i="0">
                <a:solidFill>
                  <a:srgbClr val="F1E8F6"/>
                </a:solidFill>
                <a:latin typeface="Calibri"/>
              </a:rPr>
              <a:t>backend API (server-side ops)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60" y="1783080"/>
            <a:ext cx="3154680" cy="214884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200" y="184708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D6E70"/>
                </a:solidFill>
                <a:latin typeface="Calibri"/>
              </a:rPr>
              <a:t>Benchmark Workload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2212848"/>
            <a:ext cx="2788920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MCP tool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exgentic-mcp-&lt;benchmark&gt;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49640" y="3063240"/>
            <a:ext cx="2788920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A2A agent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exgentic-a2a-tool_calling-&lt;b&gt;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23560" y="4315968"/>
            <a:ext cx="2468880" cy="64008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OTEL collector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forwards agent spans → MLflow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926080" y="1554480"/>
            <a:ext cx="1051559" cy="5029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3282696" y="166420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645920" y="1965960"/>
            <a:ext cx="0" cy="2743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1755647" y="198424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2926080" y="2377440"/>
            <a:ext cx="1051559" cy="13716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3337560" y="231343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926080" y="3246120"/>
            <a:ext cx="1051559" cy="9144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3337560" y="31546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6309360" y="2944368"/>
            <a:ext cx="2057400" cy="301752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6784848" y="30403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2926080" y="2807208"/>
            <a:ext cx="0" cy="896112"/>
          </a:xfrm>
          <a:prstGeom prst="line">
            <a:avLst/>
          </a:prstGeom>
          <a:ln w="25400">
            <a:solidFill>
              <a:srgbClr val="3D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926080" y="2807208"/>
            <a:ext cx="3383280" cy="0"/>
          </a:xfrm>
          <a:prstGeom prst="line">
            <a:avLst/>
          </a:prstGeom>
          <a:ln w="25400">
            <a:solidFill>
              <a:srgbClr val="3D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309360" y="2807208"/>
            <a:ext cx="2057400" cy="256032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4498848" y="268833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9659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8470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7955279" y="3794760"/>
            <a:ext cx="777241" cy="521208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8119872" y="394106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8a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2926080" y="4636008"/>
            <a:ext cx="2697480" cy="155448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4096512" y="455828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8b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26517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25328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005840" y="3931920"/>
            <a:ext cx="0" cy="41148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49224" y="3977639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5303520"/>
            <a:ext cx="11430000" cy="1234440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5376672"/>
            <a:ext cx="54864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1  Client logs in to Keycloak (ROPC) → caller JWT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2  Client → Service:  Authorization: Bearer &lt;caller JWT&gt;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3  Service validates JWT (JWKS) + mints its own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benchmarker token (ROPC, via backchannel)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4  Service → Rossoctl: deploy / list agents + tools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5  Rossoctl creates the MCP tool + A2A agent in-cluster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26480" y="5376672"/>
            <a:ext cx="54864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6  Service drives the MCP session + the A2A call itself;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the agent only issues execute_tool inside that session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7  Service emits the Agent.Session trace → MLflow (first)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8a A2A agent → OTEL collector   ·   8b collector → MLflow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(optional workload spans — off by default)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9  Service reads back Agent.Session traces (MLflow)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10  Service exports run.json / report.* (S3)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4. Architecture with Workload Specific Component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4.  Architecture with Workload Specific Components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Inside the Benchmark Workload — what every benchmark has, and what only some of them add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097280"/>
            <a:ext cx="11338560" cy="54864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LLM gateway (per instance)   ·   ete-litellm   ·   external for OCP / internal vpc-int for KinD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148840"/>
            <a:ext cx="1920240" cy="685800"/>
          </a:xfrm>
          <a:prstGeom prst="roundRect">
            <a:avLst/>
          </a:prstGeom>
          <a:solidFill>
            <a:srgbClr val="B55A2E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IBAC judge</a:t>
            </a:r>
          </a:p>
          <a:p>
            <a:pPr algn="ctr"/>
            <a:r>
              <a:rPr sz="850" b="0" i="0">
                <a:solidFill>
                  <a:srgbClr val="FBEEE4"/>
                </a:solidFill>
                <a:latin typeface="Calibri"/>
              </a:rPr>
              <a:t>an LLM call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063240"/>
            <a:ext cx="1920240" cy="777240"/>
          </a:xfrm>
          <a:prstGeom prst="round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AutoBench Service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87168" y="1783080"/>
            <a:ext cx="9262872" cy="3017520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51760" y="4553712"/>
            <a:ext cx="8869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B3A5C"/>
                </a:solidFill>
                <a:latin typeface="Calibri"/>
              </a:rPr>
              <a:t>Benchmark Workload — one per benchmark, namespace team1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2103120"/>
            <a:ext cx="4160520" cy="219456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2928" y="2121408"/>
            <a:ext cx="39319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D6E70"/>
                </a:solidFill>
                <a:latin typeface="Calibri"/>
              </a:rPr>
              <a:t>A2A agent pod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52928" y="2359152"/>
            <a:ext cx="3941063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agent container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exgentic-a2a-tool_calling-&lt;b&gt;  ·  the LLM loop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52928" y="3383280"/>
            <a:ext cx="3941063" cy="731520"/>
          </a:xfrm>
          <a:prstGeom prst="roundRect">
            <a:avLst/>
          </a:prstGeom>
          <a:solidFill>
            <a:srgbClr val="8E44AD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AuthBridge sidecar</a:t>
            </a:r>
          </a:p>
          <a:p>
            <a:pPr algn="ctr"/>
            <a:r>
              <a:rPr sz="900" b="0" i="0">
                <a:solidFill>
                  <a:srgbClr val="F1E8F6"/>
                </a:solidFill>
                <a:latin typeface="Calibri"/>
              </a:rPr>
              <a:t>proxy  ·  only with --plugin-preset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2103120"/>
            <a:ext cx="4114800" cy="219456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07808" y="2121408"/>
            <a:ext cx="3840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D6E70"/>
                </a:solidFill>
                <a:latin typeface="Calibri"/>
              </a:rPr>
              <a:t>MCP tool pod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07808" y="2359152"/>
            <a:ext cx="3895344" cy="731520"/>
          </a:xfrm>
          <a:prstGeom prst="roundRect">
            <a:avLst/>
          </a:prstGeom>
          <a:solidFill>
            <a:srgbClr val="3D6E70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user simulator LLM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tau2 only  ·  plays the customer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07808" y="3383280"/>
            <a:ext cx="3895344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MCP server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exgentic-mcp-&lt;benchmark&gt;  ·  tasks + evaluation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2331720" y="2852928"/>
            <a:ext cx="521208" cy="274320"/>
          </a:xfrm>
          <a:prstGeom prst="line">
            <a:avLst/>
          </a:prstGeom>
          <a:ln w="25400">
            <a:solidFill>
              <a:srgbClr val="2E6F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2478024" y="287121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14016" y="3840480"/>
            <a:ext cx="0" cy="566928"/>
          </a:xfrm>
          <a:prstGeom prst="line">
            <a:avLst/>
          </a:prstGeom>
          <a:ln w="25400">
            <a:solidFill>
              <a:srgbClr val="2E6F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414016" y="4407408"/>
            <a:ext cx="5907024" cy="0"/>
          </a:xfrm>
          <a:prstGeom prst="line">
            <a:avLst/>
          </a:prstGeom>
          <a:ln w="25400">
            <a:solidFill>
              <a:srgbClr val="2E6F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8321040" y="4114800"/>
            <a:ext cx="0" cy="292608"/>
          </a:xfrm>
          <a:prstGeom prst="line">
            <a:avLst/>
          </a:prstGeom>
          <a:ln w="25400">
            <a:solidFill>
              <a:srgbClr val="2E6F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5367528" y="428853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4800600" y="1645920"/>
            <a:ext cx="0" cy="713232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4681728" y="18288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9555480" y="1645920"/>
            <a:ext cx="0" cy="713232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9436608" y="18288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00600" y="3090672"/>
            <a:ext cx="0" cy="292608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5020056" y="3118104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793992" y="3749039"/>
            <a:ext cx="813816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7086600" y="3630167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cxnSp>
        <p:nvCxnSpPr>
          <p:cNvPr id="30" name="Connector 29"/>
          <p:cNvCxnSpPr/>
          <p:nvPr/>
        </p:nvCxnSpPr>
        <p:spPr>
          <a:xfrm flipH="1" flipV="1">
            <a:off x="2331720" y="2697480"/>
            <a:ext cx="521208" cy="914400"/>
          </a:xfrm>
          <a:prstGeom prst="line">
            <a:avLst/>
          </a:prstGeom>
          <a:ln w="25400">
            <a:solidFill>
              <a:srgbClr val="B55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2578608" y="32004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371600" y="1645920"/>
            <a:ext cx="0" cy="502920"/>
          </a:xfrm>
          <a:prstGeom prst="line">
            <a:avLst/>
          </a:prstGeom>
          <a:ln w="25400">
            <a:solidFill>
              <a:srgbClr val="B55A2E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252728" y="17830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4937760"/>
            <a:ext cx="6720840" cy="1719072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4992624"/>
            <a:ext cx="6400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3A5C"/>
                </a:solidFill>
                <a:latin typeface="Calibri"/>
              </a:rPr>
              <a:t>Which components a benchmark actually gets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530352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benchmark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45920" y="5303520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MCP tool image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77639" y="5303520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LLMs per task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89320" y="530352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tool calls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55504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gsm8k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45920" y="555040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exgentic-mcp-gsm8k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77639" y="5550408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1  (agent)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89320" y="55504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5797296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tau2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45920" y="5797296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exgentic-mcp-tau2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77639" y="5797296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2  (+ user simulator)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89320" y="5797296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6044184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appworld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645920" y="6044184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exgentic-mcp-appworld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77639" y="6044184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1  (agent)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6044184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6291072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+ any preset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45920" y="6291072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unchanged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977639" y="6291072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+1 IBAC judge call per action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89320" y="6291072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—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60920" y="4937760"/>
            <a:ext cx="4389120" cy="1719072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16368" y="4992624"/>
            <a:ext cx="4114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1  Service → agent:  send_prompt, once per task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2  Service → MCP server:  list_tasks, create_session,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      evaluate_session, delete_session  (the verdict)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3  agent → gateway:  1 probe + N real chat calls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4  tau2 only:  the user simulator is a 2nd LLM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5  with a preset:  the agent's MCP calls go via the sidecar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6  sidecar → MCP server, once authorized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7  sidecar → judge, per isAction call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8  the judge is itself an LLM call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Dashed outline = present only in some configurations.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No preset: 5 + 6 become one direct agent → MCP call.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5. The Two-Token Auth Model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5.  The Two-Token Auth Model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Why the caller's token is never forwarded upstream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5394960" cy="457200"/>
          </a:xfrm>
          <a:prstGeom prst="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Caller JWT  (inbound)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Presented by the client as Authorization: Bearer.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Used ONLY to attribute (preferred_username) and route (iss → instance)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Signature validated via the issuer's JWKS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aud / exp deliberately lenient in the dev/ops context</a:t>
            </a:r>
          </a:p>
          <a:p>
            <a:pPr algn="l" lvl="1">
              <a:spcAft>
                <a:spcPts val="300"/>
              </a:spcAft>
            </a:pPr>
            <a:r>
              <a:rPr sz="1300" b="1" i="0">
                <a:solidFill>
                  <a:srgbClr val="B55A2E"/>
                </a:solidFill>
                <a:latin typeface="Calibri"/>
              </a:rPr>
              <a:t>• NEVER forwarded to Rossoctl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5B8C5A"/>
                </a:solidFill>
                <a:latin typeface="Calibri"/>
              </a:rPr>
              <a:t>benchmarker is special: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 caller JWT with preferred_username == benchmarker authorizes config ops (GET/PUT /config)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80160"/>
            <a:ext cx="5394960" cy="457200"/>
          </a:xfrm>
          <a:prstGeom prst="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Service token  (outbound)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Minted by the Service per request via ROPC (password grant) using the instance's benchmarker credential.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Always fresh → no expiry handling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Presented to Rossoctl for all cluster-facing ops</a:t>
            </a:r>
          </a:p>
          <a:p>
            <a:pPr algn="l" lvl="1">
              <a:spcAft>
                <a:spcPts val="300"/>
              </a:spcAft>
            </a:pPr>
            <a:r>
              <a:rPr sz="1300" b="1" i="0">
                <a:solidFill>
                  <a:srgbClr val="2E6FB5"/>
                </a:solidFill>
                <a:latin typeface="Calibri"/>
              </a:rPr>
              <a:t>• The Service acts under its OWN identity, not the caller's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2E6FB5"/>
                </a:solidFill>
                <a:latin typeface="Calibri"/>
              </a:rPr>
              <a:t>Backchannel split (iss ≠ dialed host):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When the iss host is unreachable (in-cluster kind), JWKS + token come from a configured backchannel URL; iss is matched, never dialed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212080"/>
            <a:ext cx="9235440" cy="100584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1F2A37"/>
                </a:solidFill>
                <a:latin typeface="Calibri"/>
              </a:rPr>
              <a:t>Implication:  at the Rossoctl / cluster layer every action appears as the Service's identity — so per-user attribution &amp; audit live in the Service, keyed on (iss, preferred_username).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6. Benchmark Catalog &amp; Run Lifecycle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6.  Benchmark Catalog &amp; Run Lifecycle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43000"/>
            <a:ext cx="525780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Catalog (static registry)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783080"/>
            <a:ext cx="5257800" cy="91440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3D6E70"/>
                </a:solidFill>
                <a:latin typeface="Calibri"/>
              </a:rPr>
              <a:t>gsm8k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single-turn · needs hf-secret + openai-secret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2834640"/>
            <a:ext cx="5257800" cy="91440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8E44AD"/>
                </a:solidFill>
                <a:latin typeface="Calibri"/>
              </a:rPr>
              <a:t>tau2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multi-turn · user-simulator LLM runs server-side in the MCP pod · raise timeout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3886200"/>
            <a:ext cx="525780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B55A2E"/>
                </a:solidFill>
                <a:latin typeface="Calibri"/>
              </a:rPr>
              <a:t>appworld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long-horizon across simulated apps · runs e2e · raise task_timeout_seconds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5989320" y="1143000"/>
            <a:ext cx="576072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Lifecycle (REST)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7830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POST /benchmarks/{n}/deploy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create MCP tool + A2A agent → 201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172200" y="20848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309360" y="24688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/benchmarks/{n}/status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poll until tool_ready &amp; agent_ready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172200" y="27706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309360" y="31546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POST /benchmarks/{n}/runs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precheck → 202 run_id  (409 not deployed · 424 secret missing)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72200" y="34564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309360" y="38404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…/runs/{id}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poll pending → running → succeeded / failed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72200" y="41422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09360" y="45262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…/runs/{id}/report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MLflow records + artifacts  (409 if MLflow unset)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172200" y="48280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09360" y="52120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download from S3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run.json · report.* · token_report.* · span_report.* · manifest.json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144768" y="1920240"/>
            <a:ext cx="0" cy="3931920"/>
          </a:xfrm>
          <a:prstGeom prst="line">
            <a:avLst/>
          </a:prstGeom>
          <a:ln w="1905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1 The Three Benchmarks — a Difficulty Ladder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7.1  The Three Benchmarks — a Difficulty Ladder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Not interchangeable suites: each costs ~an order of magnitude more than the last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397763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86000"/>
                <a:gridCol w="3017520"/>
                <a:gridCol w="3017520"/>
                <a:gridCol w="3017520"/>
              </a:tblGrid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What it tests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multi-step arithmetic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dialogue + tools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 app automation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Tasks measured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172 (all clean)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60 (all clean)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39 (all clean)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Pass rate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0.99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0.82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Input tokens /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341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82,957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254,243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Output tokens /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192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1,969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24,157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LLM calls /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28.3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Tool calls /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11.2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13.6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Median task latency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7.7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97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290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Slowest task seen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29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181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596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Model we use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gpt-5-mini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claude-sonnet-5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gemini-2.5-pro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8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Task pool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8.5K (HuggingFace)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114 (retail domain)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grouped scenarios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5532120"/>
            <a:ext cx="11338560" cy="86868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The scale gap is the headline: a tau2 task costs ~245x the input tokens of a gsm8k task, an appworld task ~745x. A 50-task gsm8k run is minutes; a 20-task appworld run is half an hour and millions of tokens. Budget by benchmark, not by task count.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2 What Each Benchmark Stresse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7.2  What Each Benchmark Stresses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Why all three are in the matrix, and what a result from each does and does not tell you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88720"/>
            <a:ext cx="3703320" cy="566928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gsm8k  —  the canary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847088"/>
            <a:ext cx="3703320" cy="315468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One prompt in, one answer out — no dialogue partner.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~1 real LLM call + 1 tool call: the simplest agentic loop.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Stresses almost nothing about the platform — which is the point.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A failure here means INFRASTRUCTURE: deploy, auth, LLM reach, telemetry.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Saturated at ~1.0, so it cannot discriminate models. Never read it as one.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Deterministic enough that task 0 costs 320 input tokens on every cluster — we use that to prove two environments are comparable.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188720"/>
            <a:ext cx="3611880" cy="566928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gsm8k — the canary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70248" y="1188720"/>
            <a:ext cx="3703320" cy="566928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tau2  —  the discriminator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0248" y="1847088"/>
            <a:ext cx="3703320" cy="315468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Multi-turn: a server-side USER SIMULATOR LLM plays the customer.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Two models talk to each other, plus ~11 tool calls per task.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Domain is retail (114 tasks) — the library default, never recorded in artifacts.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The only leg where model choice dominates: 0.1 with gpt-5-mini vs 0.9 with claude-sonnet-5 on the SAME 10 tasks.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Episodes are nondeterministic: across 6 samples of the same 10 tasks, 4 flip.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At n=10 one task moves pass_rate by 0.10 — it cannot resolve less than that.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0248" y="1188720"/>
            <a:ext cx="3611880" cy="566928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tau2 — the discriminator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9016" y="1188720"/>
            <a:ext cx="3703320" cy="56692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appworld  —  the stress test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29016" y="1847088"/>
            <a:ext cx="3703320" cy="315468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Realistic chores across simulated apps: discover APIs, chain many calls.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~28 LLM calls, ~14 tool calls, ~254k input, ~5 min per task.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Evaluation is PROGRAMMATIC unit tests over final app state — no LLM judge.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Pass rate 0.0 is honest, not broken: runs complete and tokens record — the agent just does not finish the job.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~92% of tasks call finish: it believes it is done and the assertions disagree. No verification pass.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Its job here is pipeline stress: long contexts, big traces, real timeouts.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29016" y="1188720"/>
            <a:ext cx="3611880" cy="56692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appworld — the stress test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11480" y="5212080"/>
          <a:ext cx="11338560" cy="13258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766560"/>
                <a:gridCol w="4572000"/>
              </a:tblGrid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If you want to …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use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check a cluster / deploy / auth / telemetry path works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gsm8k, 1–10 tasks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exercise concurrency and volume cheaply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gsm8k, 50 tasks at max_parallel_sessions=4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compare models meaningfully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tau2 — it discriminates; gsm8k saturates at ~1.0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stress long contexts, long tasks, timeouts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3 Reading the Numbers — Five Things That Mislead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7.3  Reading the Numbers — Five Things That Mislead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Every one of these cost us a wrong conclusion first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207008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1.  pass_rate = evaluated_pass / total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 task that ERRORS before evaluation counts as not passed, so a low rate can mean “failed the task” or “never got judged”. Check the error column too.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267712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2.  The llm column overcounts real calls by one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Every task issues an extra max_tokens=1 capability probe, counted as a chat span. llm=2 on gsm8k means ONE real call.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328416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3.  Implausibly small tokens = lost telemetry, and tokens == 0 will not catch it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When a usage-bearing span is lost, what survives is the probe — whose own usage is 0/0 on reasoning models but 8/1 on claude-sonnet-5 and 1/0 on gemini. Use the structural test: llm &lt;= 1 with tool &gt;= 2 is impossible.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4389120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4.  Output varies MORE than input, in most runs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Measured OUT CV &gt; IN CV in 27 of 33 legs. gsm8k's prompt is near-constant while answer length swings; only long-horizon appworld inverts it. Do not infer a direction — read the CV.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5449824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5.  Task selection is deterministic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 run takes the first max_tasks tasks, so the same task_id is the same task across runs and clusters, and a smaller run is a prefix of a larger one. That is what makes cross-platform comparison like-for-like — six legs matched to the byte.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8.1 The Canonical 12-Run Matrix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8.1  The Canonical 12-Run Matrix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One fixed set of 12 request bodies — the same on every platform, every version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36118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40080"/>
                <a:gridCol w="1554480"/>
                <a:gridCol w="914400"/>
                <a:gridCol w="1097280"/>
                <a:gridCol w="7132320"/>
              </a:tblGrid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benchmark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tasks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parallel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what it varies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baseline — the smoke test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volume, still serial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volume + concurrency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model swap → Azure/gpt-4.1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auth-only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ibac-only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full (enforce)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full + per-plugin override ibac:observe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+ user simulator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under concurrency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long-horizon, gemini-2.5-pro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48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 under concurrency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4983480"/>
            <a:ext cx="11338560" cy="141732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00" b="0" i="0">
                <a:solidFill>
                  <a:srgbClr val="1F2A37"/>
                </a:solidFill>
                <a:latin typeface="Calibri"/>
              </a:rPr>
              <a:t>Why a FIXED matrix: task selection is deterministic, so the same leg run anywhere executes the same tasks in the same order. That is what makes a difference attributable to the platform rather than to the workload — and it is why every leg deploys fresh, since reusing a warm agent silently loses telemetry. Driven by one command (reference/run-12.py, ~1h50m); the three generated documents in results/ derive every number from the mirrored artifacts.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8.2 What the 12 Runs Measured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8.2  What the 12 Runs Measured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v1.26 on OpenShift (Service on ykt3, workloads on ykt2) — 136 tasks, all 12 legs succeeded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532120" cy="37947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48640"/>
                <a:gridCol w="1371600"/>
                <a:gridCol w="914400"/>
                <a:gridCol w="1051560"/>
                <a:gridCol w="1645920"/>
              </a:tblGrid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bench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wall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input tokens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63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89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4,213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28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32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25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30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802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863,927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483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1,656,724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1619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868,819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12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1804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3,598,730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6172200" y="1188720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All eight gsm8k legs pass 1.00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Including #4's gpt-4.1 swap, which cost one task of five on the previous matrix. The four AuthBridge presets do not change the result — only the latency.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975104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tau2 is the only leg that moves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0.80 and 0.85 here, 0.90 and 0.75 on KinD. Across samples of the same 10 tasks some flip: at n=10 one task is worth 0.10, so it cannot resolve less.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2761488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appworld 0.00 is the honest result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Runs complete, tokens record, evaluation says the goal was not met. ~92% of tasks self-declare finish.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3547872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Token attribution complete: 0 of 136 rows lost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An earlier matrix had 15 damaged rows that a tokens == 0 check reported as clean. Fresh deploy per leg, plus a structural detector.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4334256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7.0M input / 513k output tokens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over 4,990 s of wall time — appworld alone is 64% of the input, on 20 of 136 rows.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9.1 OpenShift vs KinD — Like-for-Like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9.1  OpenShift vs KinD — Like-for-Like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Same 12 request bodies, same Service version, verified-identical instance config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6903720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02920"/>
                <a:gridCol w="1143000"/>
                <a:gridCol w="868680"/>
                <a:gridCol w="914400"/>
                <a:gridCol w="1234440"/>
                <a:gridCol w="1234440"/>
                <a:gridCol w="1005840"/>
              </a:tblGrid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bench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pass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pass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4,213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3,642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863,927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910,744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0.75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1,656,724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1,546,050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868,819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1,071,356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8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3,598,730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4,376,562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543800" y="1188720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9 of 12 pass rates identical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The three that differ are #4 (one gsm8k task of five) and both tau2 legs — and tau2 is the leg we know flips run to run on either platform.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43800" y="1975104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7 legs byte-identical on input tokens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320 / 3,166 / 15,684 / 1,564 x4. Deterministic task selection plus the same model means identical work — the strongest available proof this is a like-for-like comparison, not merely a similar 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43800" y="2761488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Wall time: 4,990 s OCP vs 5,986 s KinD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The single node is 20% slower overall, and individual legs differ by up to 3.4x in either direction — appworld dominates the total.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3547872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0 lost-attribution rows on both sides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136 OCP rows, 135 KinD rows.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43800" y="4334256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So the platform is not the variable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Where the two differ it traces to episode nondeterminism (tau2), small samples (#4 = one task), or appworld task timeouts — not to OpenShift vs KinD.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9.2 What AuthBridge Cost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9.2  What AuthBridge Costs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Legs #3 and #5–8 ran byte-identical work, so latency differences are the plugin config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806440" cy="1737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77440"/>
                <a:gridCol w="1691640"/>
                <a:gridCol w="173736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cost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measured from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Sidecar present at all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+12.6 s / task (OCP)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flat-ish across all four presets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+1.0 s / task (KinD)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same legs, single node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Tool call, sidecar but unjudged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+1.56 s (OCP)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auth-only; +0 ms on KinD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Tool call, judged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not isolable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no leg judged all 5 calls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3429000"/>
          <a:ext cx="5806440" cy="1737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77440"/>
                <a:gridCol w="1143000"/>
                <a:gridCol w="1143000"/>
                <a:gridCol w="114300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median span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connect_mcp, no sidecar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424 ms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79 ms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5.4x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connect_mcp with sidecar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3200 ms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131 ms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24.4x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tool call, unjudged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1657 ms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 ms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150.6x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tool call, judged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4689 ms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1306 ms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3.6x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46520" y="1188720"/>
            <a:ext cx="5303520" cy="11887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The judge is itself an LLM call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The sidecar POSTs to a chat-completions endpoint per authorized action, which is why it costs seconds and why its latency is so variable.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2432304"/>
            <a:ext cx="5303520" cy="11887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Most of the OCP figure is topology, not plugins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The judged-call cost is broadly comparable across platforms (3.6x) because it is dominated by a shared external gateway. The fixed cost is 13x apart because this OCP matrix is cross-cluster — token exchange over external routes. Do NOT quote +12.6 s as “the cost of AuthBridge”; the single-node figure (~+1.0 s fixed) is the better estimate of the intrinsic cost.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46520" y="3675888"/>
            <a:ext cx="5303520" cy="11887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Presets cannot be ranked from these numbers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NOT ONE of the six IBAC legs authorized all of its tool calls: OCP judged 4/5, 3/5, 4/5 and KinD 3/5, 2/5, 3/5. A leg that judged fewer calls shows a lower median — a mixture, not a saving, which is why the judged-call cost cannot be isolated at all from this matrix. Decision caching under concurrency, or a fail-open hole? Still OPEN; the test is one ibac-only leg at parallelism 1.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4919472"/>
            <a:ext cx="5303520" cy="11887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Latency only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The sidecar's CPU and memory cost is unmeasured — every infra field in these runs is 0.0.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10. What the Service Can &amp; Cannot Enact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10.  What the Service Can &amp; Cannot Enact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HTTP-only boundary, made explicit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5394960" cy="457200"/>
          </a:xfrm>
          <a:prstGeom prst="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✓  Enacts over HTTP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Deploy MCP tool + A2A agent (CPU/mem, image, env)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Deploy-time model swap (per-experiment agent)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authbridge_enabled → inject the sidecar (layer-2)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plugin_preset / plugins / on_error → AuthBridge layer-3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→ pluginPreset/plugins/onError; operator renders ConfigMap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Run benchmark sessions; collect pass/fail + latency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Emit + read MLflow traces; export to S3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Service-owned config: MLflow + S3 via PUT /config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benchmarker only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34440"/>
            <a:ext cx="5394960" cy="457200"/>
          </a:xfrm>
          <a:prstGeom prst="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✗  Out-of-band (reports, doesn't do)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Cluster Secrets (hf-secret, openai-secret)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operator provisions; run precheck returns 424 naming it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AuthBridge CLUSTER config — ibac judgeEndpoint / judgeModel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in the platform-config ConfigMap, not the agent API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Any cluster-level API call — Rossoctl does these server-side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B55A2E"/>
                </a:solidFill>
                <a:latin typeface="Calibri"/>
              </a:rPr>
              <a:t>Principle: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Never silently ignore an un-enactable request —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precheck (424) or reject (422), with an actionable reason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257800"/>
            <a:ext cx="9235440" cy="68580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Cluster-agnostic by construction: works on kind / vanilla k8s / OpenShift; cross-cluster runs use per-instance route templates + a reachable internal issuer.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