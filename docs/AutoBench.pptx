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2026-09-11 16:06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(all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254,243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24,157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28.3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~245x the input tokens of a gsm8k task, an appworld task ~745x.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~28 LLM calls, ~14 tool calls, ~254k input, ~5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~92%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~1h50m);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v1.26 on OpenShift (Service on ykt3, workloads on ykt2) — 136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1619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Including #4's gpt-4.1 swap, which cost one task of five on the previous matrix.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0.80 and 0.85 here, 0.90 and 0.75 on KinD. Across samples of the same 10 tasks some flip: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~92%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136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An earlier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7.0M input / 513k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4,990 s of wall time — appworld alone is 64% of the input, on 20 of 136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4,213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863,927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910,744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1,656,724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1,546,050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868,819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1,071,356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3,598,730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4,376,562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9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three that differ are #4 (one gsm8k task of five) and both tau2 legs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4,990 s OCP vs 5,986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single node is 20% slower overall, and individual legs differ by up to 3.4x in either direction — appworld dominates the total.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136 OCP rows, 135 KinD rows.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+12.6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flat-ish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+1.0 s / task (KinD)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same legs, single node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+1.56 s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auth-only; +0 ms on KinD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not isolable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leg judged all 5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2900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median span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connect_mcp, no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424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5.4x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3200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131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24.4x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1657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150.6x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4689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1306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3.6x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broadly comparable across platforms (3.6x) because it is dominated by a shared external gateway. The fixed cost is 13x apart because this OCP matrix is cross-cluster — token exchange over external routes. Do NOT quote +12.6 s as “the cost of AuthBridge”; the single-node figure (~+1.0 s fixed) is the better estimate of the intrinsic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NOT ONE of the six IBAC legs authorized all of its tool calls: OCP judged 4/5, 3/5, 4/5 and KinD 3/5, 2/5, 3/5. A leg that judged fewer calls shows a lower median — a mixture, not a saving, which is why the judged-call cost cannot be isolated at all from this matrix. Decision caching under concurrency, or a fail-open hole?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